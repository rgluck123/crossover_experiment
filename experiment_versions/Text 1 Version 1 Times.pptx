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9" r:id="rId4"/>
    <p:sldId id="2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D7BEEA-1BA4-4AAA-9671-5F0E7561B2A7}" v="2" dt="2026-05-05T17:11:50.5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GLUCK" userId="99c78c2e-1347-4c29-8274-430d3f2fd075" providerId="ADAL" clId="{665AD41C-DB7C-4A43-AAE7-8B295006EDED}"/>
    <pc:docChg chg="delSld modSld">
      <pc:chgData name="ROBERT GLUCK" userId="99c78c2e-1347-4c29-8274-430d3f2fd075" providerId="ADAL" clId="{665AD41C-DB7C-4A43-AAE7-8B295006EDED}" dt="2026-05-05T17:11:50.535" v="6"/>
      <pc:docMkLst>
        <pc:docMk/>
      </pc:docMkLst>
      <pc:sldChg chg="modSp mod">
        <pc:chgData name="ROBERT GLUCK" userId="99c78c2e-1347-4c29-8274-430d3f2fd075" providerId="ADAL" clId="{665AD41C-DB7C-4A43-AAE7-8B295006EDED}" dt="2026-05-05T17:07:26.258" v="4" actId="2711"/>
        <pc:sldMkLst>
          <pc:docMk/>
          <pc:sldMk cId="4176910990" sldId="256"/>
        </pc:sldMkLst>
        <pc:spChg chg="mod">
          <ac:chgData name="ROBERT GLUCK" userId="99c78c2e-1347-4c29-8274-430d3f2fd075" providerId="ADAL" clId="{665AD41C-DB7C-4A43-AAE7-8B295006EDED}" dt="2026-05-05T17:07:26.258" v="4" actId="2711"/>
          <ac:spMkLst>
            <pc:docMk/>
            <pc:sldMk cId="4176910990" sldId="256"/>
            <ac:spMk id="3" creationId="{B825DD3C-940C-0909-74F6-D7B48F18E82B}"/>
          </ac:spMkLst>
        </pc:spChg>
      </pc:sldChg>
      <pc:sldChg chg="modTransition">
        <pc:chgData name="ROBERT GLUCK" userId="99c78c2e-1347-4c29-8274-430d3f2fd075" providerId="ADAL" clId="{665AD41C-DB7C-4A43-AAE7-8B295006EDED}" dt="2026-05-05T17:11:50.535" v="6"/>
        <pc:sldMkLst>
          <pc:docMk/>
          <pc:sldMk cId="750784875" sldId="25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A5C5-EDEF-9FC2-D6B2-42A48D121B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B1DB3B3-6D19-1E33-2D77-742083F2A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CAD9A6E-E0C8-2AFD-C061-AA27312CD690}"/>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A4E97718-CD74-77CB-FE9C-949DF365A8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A53E8F-0571-0DE7-351A-4308DA362E9F}"/>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75979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79284-31FF-7207-C9B4-4FBAF13759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9A5A8A-2DE9-413E-7E4B-260FAF6AFC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A5869CE-09E4-9BFD-AAD2-14585B7BFE3A}"/>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C79190FE-CFE4-D93B-043C-15EC3FF379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7CC70A-E4E2-70A6-E796-0336EBA8C5AA}"/>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643485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C96B-BC29-8488-C893-D1099F862C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2024FE6-7B76-014B-8424-5FCECF74FF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353A15-BFE0-6907-43A7-4A6D6E9B52CE}"/>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038809D8-4394-9FAC-2C71-DBBC373A32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9A1D60-FD7F-9057-C06F-C914D88EF011}"/>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02665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1F14-E8B6-B62E-8C91-054A878AD8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5906576-DA8D-E19D-47F5-CFCE514761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19BCC82-DBB6-8FD4-EEA2-A34996D0BA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F9CF01D-675C-6EAC-B47D-B193926D7D38}"/>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E0458F13-F3BE-EA4D-3B1C-96FE399F9C5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02C74A-67DF-590F-0C1A-5C05DAB23823}"/>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086640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FA9BC-C890-8000-FD78-F6EE812B83D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6FC06-1C10-F266-9F25-F49A632F6A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AACF6-5DC9-8AF9-26C6-EE3D21FAB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3D541E4-5795-12D0-392A-3AFAF29687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7A1ADC-3638-CD91-2B86-48D35DAD1C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254725C-A803-12A6-59AF-F6FDB02CE8D0}"/>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8" name="Footer Placeholder 7">
            <a:extLst>
              <a:ext uri="{FF2B5EF4-FFF2-40B4-BE49-F238E27FC236}">
                <a16:creationId xmlns:a16="http://schemas.microsoft.com/office/drawing/2014/main" id="{56CC3541-6F59-C3A3-3EE3-FEF9A08F69A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BFD17C-37CE-EF88-1FF4-48392CB6F80D}"/>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35201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6BEB-7D34-9559-EE99-C14718052CB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D3A51D5-2B0B-B374-CAE5-CB54C5E1BF7E}"/>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4" name="Footer Placeholder 3">
            <a:extLst>
              <a:ext uri="{FF2B5EF4-FFF2-40B4-BE49-F238E27FC236}">
                <a16:creationId xmlns:a16="http://schemas.microsoft.com/office/drawing/2014/main" id="{74C5DB0F-22AE-8810-CA5F-811EFAF31F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EFEACD1-FA04-D16E-E29B-4F9BE1DB44E9}"/>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46164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4E00DC-8F78-9F37-3D23-0D89C424705C}"/>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3" name="Footer Placeholder 2">
            <a:extLst>
              <a:ext uri="{FF2B5EF4-FFF2-40B4-BE49-F238E27FC236}">
                <a16:creationId xmlns:a16="http://schemas.microsoft.com/office/drawing/2014/main" id="{8EA32F00-8163-7341-0C5D-4D3A6E41BC4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E2F7828-F1FD-AD65-7012-97A9680EDDC3}"/>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728909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CD6A-C11D-F755-E774-3DA24399EE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C79B47D-DF10-199C-18F4-1C55030A0B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00F63E0-9D90-935E-CF7A-BF83BF9B8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F271AA-A24A-92DC-60DF-E06FACC675B5}"/>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3F86A781-5777-C84B-0F06-4DADD08E9CC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34B533-5EED-53A9-3F8E-6599FF93349F}"/>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393745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EEEC-AB9C-FE9A-6119-78F39D260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323DE1-5910-FE4D-C1E4-305CF9C72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FC004B6-1972-2983-A351-88F627530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92D23-5F99-BBBD-211E-11B8E61FCF69}"/>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49524AFE-4659-970F-8E9F-7E377F6358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1ED6C5-207A-B8C5-3762-659701E41C5D}"/>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423639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94173-14D1-7782-48AF-10FE1F703C9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2E0048D-9E1E-55CE-5D9C-F8DC8B56A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E35CA8-1327-D27B-1983-A56096C52F94}"/>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28ECC822-30B8-3F00-EAA1-B6ED400894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D14C05-2EB9-003E-A4E1-60A31C8A1F7E}"/>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3052197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163FF9-8044-8EB1-2753-86FFFBB90C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E75EDD-F2E2-3A85-F442-4F63211B35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4AB51A-A43F-F091-B516-FA880BE5B5F9}"/>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656F903A-6A47-F163-00A0-37F0324DC3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0E23CF-CD68-4CF1-A43C-F6C2B237BD25}"/>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595595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55DD3F-70D1-AE46-4972-A882468DEE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3DABEE2-0DF3-A3B1-4EF3-21FDA6A35E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5012EF-16D1-E4AF-F2C6-7623907099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A1495799-8572-D88C-7DA6-3AC661EA66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E5E9394-CCEE-C5F7-5BF1-0D8776CD4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C9F61B-48BE-4CA5-8010-77745B00CA7B}" type="slidenum">
              <a:rPr lang="en-GB" smtClean="0"/>
              <a:t>‹#›</a:t>
            </a:fld>
            <a:endParaRPr lang="en-GB"/>
          </a:p>
        </p:txBody>
      </p:sp>
    </p:spTree>
    <p:extLst>
      <p:ext uri="{BB962C8B-B14F-4D97-AF65-F5344CB8AC3E}">
        <p14:creationId xmlns:p14="http://schemas.microsoft.com/office/powerpoint/2010/main" val="4159382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8960-6677-87FC-D94F-49FC0E0D7FA6}"/>
              </a:ext>
            </a:extLst>
          </p:cNvPr>
          <p:cNvSpPr>
            <a:spLocks noGrp="1"/>
          </p:cNvSpPr>
          <p:nvPr>
            <p:ph type="ctrTitle"/>
          </p:nvPr>
        </p:nvSpPr>
        <p:spPr/>
        <p:txBody>
          <a:bodyPr>
            <a:normAutofit/>
          </a:bodyPr>
          <a:lstStyle/>
          <a:p>
            <a:r>
              <a:rPr lang="en-US" sz="6600" dirty="0"/>
              <a:t>AB Experiment – Project 2</a:t>
            </a:r>
            <a:endParaRPr lang="en-GB" sz="6600" dirty="0"/>
          </a:p>
        </p:txBody>
      </p:sp>
      <p:sp>
        <p:nvSpPr>
          <p:cNvPr id="3" name="Subtitle 2">
            <a:extLst>
              <a:ext uri="{FF2B5EF4-FFF2-40B4-BE49-F238E27FC236}">
                <a16:creationId xmlns:a16="http://schemas.microsoft.com/office/drawing/2014/main" id="{B825DD3C-940C-0909-74F6-D7B48F18E82B}"/>
              </a:ext>
            </a:extLst>
          </p:cNvPr>
          <p:cNvSpPr>
            <a:spLocks noGrp="1"/>
          </p:cNvSpPr>
          <p:nvPr>
            <p:ph type="subTitle" idx="1"/>
          </p:nvPr>
        </p:nvSpPr>
        <p:spPr>
          <a:xfrm>
            <a:off x="1524000" y="3765324"/>
            <a:ext cx="9144000" cy="1655762"/>
          </a:xfrm>
        </p:spPr>
        <p:txBody>
          <a:bodyPr>
            <a:normAutofit/>
          </a:bodyPr>
          <a:lstStyle/>
          <a:p>
            <a:r>
              <a:rPr lang="en-US" sz="3600" dirty="0">
                <a:latin typeface="Times New Roman" panose="02020603050405020304" pitchFamily="18" charset="0"/>
                <a:cs typeface="Times New Roman" panose="02020603050405020304" pitchFamily="18" charset="0"/>
              </a:rPr>
              <a:t>Times New Roman font</a:t>
            </a:r>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6910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AAEF-BA65-06E1-1DC3-64ECA2DB1578}"/>
              </a:ext>
            </a:extLst>
          </p:cNvPr>
          <p:cNvSpPr>
            <a:spLocks noGrp="1"/>
          </p:cNvSpPr>
          <p:nvPr>
            <p:ph type="title"/>
          </p:nvPr>
        </p:nvSpPr>
        <p:spPr/>
        <p:txBody>
          <a:bodyPr/>
          <a:lstStyle/>
          <a:p>
            <a:r>
              <a:rPr lang="en-US" dirty="0"/>
              <a:t>Instructions</a:t>
            </a:r>
            <a:endParaRPr lang="en-GB" dirty="0"/>
          </a:p>
        </p:txBody>
      </p:sp>
      <p:sp>
        <p:nvSpPr>
          <p:cNvPr id="3" name="Content Placeholder 2">
            <a:extLst>
              <a:ext uri="{FF2B5EF4-FFF2-40B4-BE49-F238E27FC236}">
                <a16:creationId xmlns:a16="http://schemas.microsoft.com/office/drawing/2014/main" id="{575EA9E2-0315-DA79-6C6D-203CC60129BB}"/>
              </a:ext>
            </a:extLst>
          </p:cNvPr>
          <p:cNvSpPr>
            <a:spLocks noGrp="1"/>
          </p:cNvSpPr>
          <p:nvPr>
            <p:ph idx="1"/>
          </p:nvPr>
        </p:nvSpPr>
        <p:spPr/>
        <p:txBody>
          <a:bodyPr/>
          <a:lstStyle/>
          <a:p>
            <a:pPr marL="0" indent="0">
              <a:buNone/>
            </a:pPr>
            <a:r>
              <a:rPr lang="en-US" dirty="0"/>
              <a:t>You have 30 seconds to read the following text.</a:t>
            </a:r>
          </a:p>
          <a:p>
            <a:pPr marL="0" indent="0">
              <a:buNone/>
            </a:pPr>
            <a:endParaRPr lang="en-US" dirty="0"/>
          </a:p>
          <a:p>
            <a:pPr marL="0" indent="0">
              <a:buNone/>
            </a:pPr>
            <a:r>
              <a:rPr lang="en-US" dirty="0"/>
              <a:t>After that the text would disappear and you would be given a list of words.</a:t>
            </a:r>
          </a:p>
          <a:p>
            <a:pPr marL="0" indent="0">
              <a:buNone/>
            </a:pPr>
            <a:endParaRPr lang="en-US" dirty="0"/>
          </a:p>
          <a:p>
            <a:pPr marL="0" indent="0">
              <a:buNone/>
            </a:pPr>
            <a:r>
              <a:rPr lang="en-US" dirty="0"/>
              <a:t>The task is to tell which words appeared in the given text.</a:t>
            </a:r>
            <a:endParaRPr lang="en-GB" dirty="0"/>
          </a:p>
        </p:txBody>
      </p:sp>
    </p:spTree>
    <p:extLst>
      <p:ext uri="{BB962C8B-B14F-4D97-AF65-F5344CB8AC3E}">
        <p14:creationId xmlns:p14="http://schemas.microsoft.com/office/powerpoint/2010/main" val="1114386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44ED8-32FA-46C4-7A47-7336BC399A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5B575B-F93D-A627-FBB2-49A2CE396AF1}"/>
              </a:ext>
            </a:extLst>
          </p:cNvPr>
          <p:cNvSpPr>
            <a:spLocks noGrp="1"/>
          </p:cNvSpPr>
          <p:nvPr>
            <p:ph idx="1"/>
          </p:nvPr>
        </p:nvSpPr>
        <p:spPr>
          <a:xfrm>
            <a:off x="1821711" y="1073889"/>
            <a:ext cx="8548578" cy="3317266"/>
          </a:xfrm>
        </p:spPr>
        <p:txBody>
          <a:bodyPr>
            <a:noAutofit/>
          </a:bodyPr>
          <a:lstStyle/>
          <a:p>
            <a:pPr marL="0" indent="0" algn="just">
              <a:lnSpc>
                <a:spcPct val="120000"/>
              </a:lnSpc>
              <a:buNone/>
            </a:pPr>
            <a:r>
              <a:rPr lang="en-US" sz="2400" dirty="0">
                <a:latin typeface="Times New Roman" panose="02020603050405020304" pitchFamily="18" charset="0"/>
                <a:cs typeface="Times New Roman" panose="02020603050405020304" pitchFamily="18" charset="0"/>
              </a:rPr>
              <a:t>Before the invention of the railway, local time was a highly fluid concept, dictated entirely by the position of the sun in a specific town. Every city operated on its own distinct time zone; when it was exactly noon in London, it might have been 12:04 in Bristol and 11:50 in Cambridge. However, as train travel became more accessible in the 19th century, this patchwork of local times created logistical nightmares and dangerous scheduling conflicts for railway companies. To solve this, British railways instituted "Railway Time" in 1840, forcing all stations to synchronize their </a:t>
            </a:r>
            <a:r>
              <a:rPr lang="en-US" sz="2400" dirty="0" err="1">
                <a:latin typeface="Times New Roman" panose="02020603050405020304" pitchFamily="18" charset="0"/>
                <a:cs typeface="Times New Roman" panose="02020603050405020304" pitchFamily="18" charset="0"/>
              </a:rPr>
              <a:t>clocs</a:t>
            </a:r>
            <a:r>
              <a:rPr lang="en-US" sz="2400" dirty="0">
                <a:latin typeface="Times New Roman" panose="02020603050405020304" pitchFamily="18" charset="0"/>
                <a:cs typeface="Times New Roman" panose="02020603050405020304" pitchFamily="18" charset="0"/>
              </a:rPr>
              <a:t> to Greenwich Mean Time.</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0784875"/>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06907-E90E-27D8-6F2D-9575B6CA7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8AC3B-4F3A-FA44-5E14-C9E9F6F8B24D}"/>
              </a:ext>
            </a:extLst>
          </p:cNvPr>
          <p:cNvSpPr>
            <a:spLocks noGrp="1"/>
          </p:cNvSpPr>
          <p:nvPr>
            <p:ph type="title"/>
          </p:nvPr>
        </p:nvSpPr>
        <p:spPr/>
        <p:txBody>
          <a:bodyPr/>
          <a:lstStyle/>
          <a:p>
            <a:r>
              <a:rPr lang="en-US" dirty="0"/>
              <a:t>Did these words appeared in the text?</a:t>
            </a:r>
            <a:endParaRPr lang="en-GB" dirty="0"/>
          </a:p>
        </p:txBody>
      </p:sp>
      <p:sp>
        <p:nvSpPr>
          <p:cNvPr id="3" name="Content Placeholder 2">
            <a:extLst>
              <a:ext uri="{FF2B5EF4-FFF2-40B4-BE49-F238E27FC236}">
                <a16:creationId xmlns:a16="http://schemas.microsoft.com/office/drawing/2014/main" id="{8935F274-60F9-330B-459C-69BE8E5AC0E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fluid</a:t>
            </a:r>
          </a:p>
          <a:p>
            <a:r>
              <a:rPr lang="en-US" dirty="0">
                <a:latin typeface="Times New Roman" panose="02020603050405020304" pitchFamily="18" charset="0"/>
                <a:cs typeface="Times New Roman" panose="02020603050405020304" pitchFamily="18" charset="0"/>
              </a:rPr>
              <a:t>Locomotive</a:t>
            </a:r>
          </a:p>
          <a:p>
            <a:r>
              <a:rPr lang="en-US" dirty="0">
                <a:latin typeface="Times New Roman" panose="02020603050405020304" pitchFamily="18" charset="0"/>
                <a:cs typeface="Times New Roman" panose="02020603050405020304" pitchFamily="18" charset="0"/>
              </a:rPr>
              <a:t>engine</a:t>
            </a:r>
          </a:p>
          <a:p>
            <a:r>
              <a:rPr lang="en-US" dirty="0">
                <a:latin typeface="Times New Roman" panose="02020603050405020304" pitchFamily="18" charset="0"/>
                <a:cs typeface="Times New Roman" panose="02020603050405020304" pitchFamily="18" charset="0"/>
              </a:rPr>
              <a:t>railway</a:t>
            </a:r>
          </a:p>
          <a:p>
            <a:r>
              <a:rPr lang="en-US" dirty="0">
                <a:latin typeface="Times New Roman" panose="02020603050405020304" pitchFamily="18" charset="0"/>
                <a:cs typeface="Times New Roman" panose="02020603050405020304" pitchFamily="18" charset="0"/>
              </a:rPr>
              <a:t>sun</a:t>
            </a:r>
          </a:p>
          <a:p>
            <a:r>
              <a:rPr lang="en-US" dirty="0">
                <a:latin typeface="Times New Roman" panose="02020603050405020304" pitchFamily="18" charset="0"/>
                <a:cs typeface="Times New Roman" panose="02020603050405020304" pitchFamily="18" charset="0"/>
              </a:rPr>
              <a:t>passenger</a:t>
            </a:r>
          </a:p>
          <a:p>
            <a:r>
              <a:rPr lang="en-US" dirty="0">
                <a:latin typeface="Times New Roman" panose="02020603050405020304" pitchFamily="18" charset="0"/>
                <a:cs typeface="Times New Roman" panose="02020603050405020304" pitchFamily="18" charset="0"/>
              </a:rPr>
              <a:t>accessible</a:t>
            </a:r>
          </a:p>
          <a:p>
            <a:r>
              <a:rPr lang="en-US" dirty="0">
                <a:latin typeface="Times New Roman" panose="02020603050405020304" pitchFamily="18" charset="0"/>
                <a:cs typeface="Times New Roman" panose="02020603050405020304" pitchFamily="18" charset="0"/>
              </a:rPr>
              <a:t>ticket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a:p>
            <a:endParaRPr lang="en-GB" dirty="0"/>
          </a:p>
        </p:txBody>
      </p:sp>
    </p:spTree>
    <p:extLst>
      <p:ext uri="{BB962C8B-B14F-4D97-AF65-F5344CB8AC3E}">
        <p14:creationId xmlns:p14="http://schemas.microsoft.com/office/powerpoint/2010/main" val="1097214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178</Words>
  <Application>Microsoft Office PowerPoint</Application>
  <PresentationFormat>Widescreen</PresentationFormat>
  <Paragraphs>20</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Times New Roman</vt:lpstr>
      <vt:lpstr>Office Theme</vt:lpstr>
      <vt:lpstr>AB Experiment – Project 2</vt:lpstr>
      <vt:lpstr>Instructions</vt:lpstr>
      <vt:lpstr>PowerPoint Presentation</vt:lpstr>
      <vt:lpstr>Did these words appeared in the text?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GLUCK</dc:creator>
  <cp:lastModifiedBy>ROBERT GLUCK</cp:lastModifiedBy>
  <cp:revision>1</cp:revision>
  <dcterms:created xsi:type="dcterms:W3CDTF">2026-04-14T14:47:00Z</dcterms:created>
  <dcterms:modified xsi:type="dcterms:W3CDTF">2026-05-05T17:11:53Z</dcterms:modified>
</cp:coreProperties>
</file>