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9" r:id="rId4"/>
    <p:sldId id="26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DF100A-365F-4D86-B577-DD3B8C84081A}" v="3" dt="2026-05-05T17:12:10.5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GLUCK" userId="99c78c2e-1347-4c29-8274-430d3f2fd075" providerId="ADAL" clId="{665AD41C-DB7C-4A43-AAE7-8B295006EDED}"/>
    <pc:docChg chg="undo custSel modSld">
      <pc:chgData name="ROBERT GLUCK" userId="99c78c2e-1347-4c29-8274-430d3f2fd075" providerId="ADAL" clId="{665AD41C-DB7C-4A43-AAE7-8B295006EDED}" dt="2026-05-05T17:12:10.588" v="68"/>
      <pc:docMkLst>
        <pc:docMk/>
      </pc:docMkLst>
      <pc:sldChg chg="modSp mod modTransition">
        <pc:chgData name="ROBERT GLUCK" userId="99c78c2e-1347-4c29-8274-430d3f2fd075" providerId="ADAL" clId="{665AD41C-DB7C-4A43-AAE7-8B295006EDED}" dt="2026-05-05T17:12:10.588" v="68"/>
        <pc:sldMkLst>
          <pc:docMk/>
          <pc:sldMk cId="750784875" sldId="259"/>
        </pc:sldMkLst>
        <pc:spChg chg="mod">
          <ac:chgData name="ROBERT GLUCK" userId="99c78c2e-1347-4c29-8274-430d3f2fd075" providerId="ADAL" clId="{665AD41C-DB7C-4A43-AAE7-8B295006EDED}" dt="2026-05-05T15:06:19.753" v="7" actId="2711"/>
          <ac:spMkLst>
            <pc:docMk/>
            <pc:sldMk cId="750784875" sldId="259"/>
            <ac:spMk id="3" creationId="{485B575B-F93D-A627-FBB2-49A2CE396AF1}"/>
          </ac:spMkLst>
        </pc:spChg>
      </pc:sldChg>
      <pc:sldChg chg="modSp mod">
        <pc:chgData name="ROBERT GLUCK" userId="99c78c2e-1347-4c29-8274-430d3f2fd075" providerId="ADAL" clId="{665AD41C-DB7C-4A43-AAE7-8B295006EDED}" dt="2026-05-05T17:05:54.075" v="66" actId="20577"/>
        <pc:sldMkLst>
          <pc:docMk/>
          <pc:sldMk cId="1097214625" sldId="261"/>
        </pc:sldMkLst>
        <pc:spChg chg="mod">
          <ac:chgData name="ROBERT GLUCK" userId="99c78c2e-1347-4c29-8274-430d3f2fd075" providerId="ADAL" clId="{665AD41C-DB7C-4A43-AAE7-8B295006EDED}" dt="2026-05-05T17:05:54.075" v="66" actId="20577"/>
          <ac:spMkLst>
            <pc:docMk/>
            <pc:sldMk cId="1097214625" sldId="261"/>
            <ac:spMk id="2" creationId="{B2D8AC3B-4F3A-FA44-5E14-C9E9F6F8B24D}"/>
          </ac:spMkLst>
        </pc:spChg>
        <pc:spChg chg="mod">
          <ac:chgData name="ROBERT GLUCK" userId="99c78c2e-1347-4c29-8274-430d3f2fd075" providerId="ADAL" clId="{665AD41C-DB7C-4A43-AAE7-8B295006EDED}" dt="2026-05-05T17:05:46.619" v="60" actId="20577"/>
          <ac:spMkLst>
            <pc:docMk/>
            <pc:sldMk cId="1097214625" sldId="261"/>
            <ac:spMk id="3" creationId="{8935F274-60F9-330B-459C-69BE8E5AC0E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A5C5-EDEF-9FC2-D6B2-42A48D121B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B1DB3B3-6D19-1E33-2D77-742083F2A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CAD9A6E-E0C8-2AFD-C061-AA27312CD690}"/>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A4E97718-CD74-77CB-FE9C-949DF365A8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A53E8F-0571-0DE7-351A-4308DA362E9F}"/>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75979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79284-31FF-7207-C9B4-4FBAF13759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E9A5A8A-2DE9-413E-7E4B-260FAF6AFC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A5869CE-09E4-9BFD-AAD2-14585B7BFE3A}"/>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C79190FE-CFE4-D93B-043C-15EC3FF379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7CC70A-E4E2-70A6-E796-0336EBA8C5AA}"/>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643485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CC96B-BC29-8488-C893-D1099F862C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2024FE6-7B76-014B-8424-5FCECF74FF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353A15-BFE0-6907-43A7-4A6D6E9B52CE}"/>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038809D8-4394-9FAC-2C71-DBBC373A32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9A1D60-FD7F-9057-C06F-C914D88EF011}"/>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026659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1F14-E8B6-B62E-8C91-054A878AD80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5906576-DA8D-E19D-47F5-CFCE514761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19BCC82-DBB6-8FD4-EEA2-A34996D0BA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F9CF01D-675C-6EAC-B47D-B193926D7D38}"/>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E0458F13-F3BE-EA4D-3B1C-96FE399F9C5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02C74A-67DF-590F-0C1A-5C05DAB23823}"/>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086640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FA9BC-C890-8000-FD78-F6EE812B83D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6FC06-1C10-F266-9F25-F49A632F6A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AACF6-5DC9-8AF9-26C6-EE3D21FAB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3D541E4-5795-12D0-392A-3AFAF29687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7A1ADC-3638-CD91-2B86-48D35DAD1C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254725C-A803-12A6-59AF-F6FDB02CE8D0}"/>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8" name="Footer Placeholder 7">
            <a:extLst>
              <a:ext uri="{FF2B5EF4-FFF2-40B4-BE49-F238E27FC236}">
                <a16:creationId xmlns:a16="http://schemas.microsoft.com/office/drawing/2014/main" id="{56CC3541-6F59-C3A3-3EE3-FEF9A08F69A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BFD17C-37CE-EF88-1FF4-48392CB6F80D}"/>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352013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86BEB-7D34-9559-EE99-C14718052CB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D3A51D5-2B0B-B374-CAE5-CB54C5E1BF7E}"/>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4" name="Footer Placeholder 3">
            <a:extLst>
              <a:ext uri="{FF2B5EF4-FFF2-40B4-BE49-F238E27FC236}">
                <a16:creationId xmlns:a16="http://schemas.microsoft.com/office/drawing/2014/main" id="{74C5DB0F-22AE-8810-CA5F-811EFAF31F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EFEACD1-FA04-D16E-E29B-4F9BE1DB44E9}"/>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461648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4E00DC-8F78-9F37-3D23-0D89C424705C}"/>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3" name="Footer Placeholder 2">
            <a:extLst>
              <a:ext uri="{FF2B5EF4-FFF2-40B4-BE49-F238E27FC236}">
                <a16:creationId xmlns:a16="http://schemas.microsoft.com/office/drawing/2014/main" id="{8EA32F00-8163-7341-0C5D-4D3A6E41BC4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E2F7828-F1FD-AD65-7012-97A9680EDDC3}"/>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728909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CD6A-C11D-F755-E774-3DA24399EE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C79B47D-DF10-199C-18F4-1C55030A0B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00F63E0-9D90-935E-CF7A-BF83BF9B8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F271AA-A24A-92DC-60DF-E06FACC675B5}"/>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3F86A781-5777-C84B-0F06-4DADD08E9CC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34B533-5EED-53A9-3F8E-6599FF93349F}"/>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3937457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EEEC-AB9C-FE9A-6119-78F39D260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323DE1-5910-FE4D-C1E4-305CF9C727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FC004B6-1972-2983-A351-88F627530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92D23-5F99-BBBD-211E-11B8E61FCF69}"/>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49524AFE-4659-970F-8E9F-7E377F6358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1ED6C5-207A-B8C5-3762-659701E41C5D}"/>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423639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94173-14D1-7782-48AF-10FE1F703C9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2E0048D-9E1E-55CE-5D9C-F8DC8B56A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E35CA8-1327-D27B-1983-A56096C52F94}"/>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28ECC822-30B8-3F00-EAA1-B6ED400894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D14C05-2EB9-003E-A4E1-60A31C8A1F7E}"/>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3052197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163FF9-8044-8EB1-2753-86FFFBB90C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E75EDD-F2E2-3A85-F442-4F63211B35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4AB51A-A43F-F091-B516-FA880BE5B5F9}"/>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656F903A-6A47-F163-00A0-37F0324DC3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0E23CF-CD68-4CF1-A43C-F6C2B237BD25}"/>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595595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55DD3F-70D1-AE46-4972-A882468DEE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3DABEE2-0DF3-A3B1-4EF3-21FDA6A35E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5012EF-16D1-E4AF-F2C6-7623907099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A1495799-8572-D88C-7DA6-3AC661EA66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E5E9394-CCEE-C5F7-5BF1-0D8776CD4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C9F61B-48BE-4CA5-8010-77745B00CA7B}" type="slidenum">
              <a:rPr lang="en-GB" smtClean="0"/>
              <a:t>‹#›</a:t>
            </a:fld>
            <a:endParaRPr lang="en-GB"/>
          </a:p>
        </p:txBody>
      </p:sp>
    </p:spTree>
    <p:extLst>
      <p:ext uri="{BB962C8B-B14F-4D97-AF65-F5344CB8AC3E}">
        <p14:creationId xmlns:p14="http://schemas.microsoft.com/office/powerpoint/2010/main" val="4159382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8960-6677-87FC-D94F-49FC0E0D7FA6}"/>
              </a:ext>
            </a:extLst>
          </p:cNvPr>
          <p:cNvSpPr>
            <a:spLocks noGrp="1"/>
          </p:cNvSpPr>
          <p:nvPr>
            <p:ph type="ctrTitle"/>
          </p:nvPr>
        </p:nvSpPr>
        <p:spPr/>
        <p:txBody>
          <a:bodyPr>
            <a:normAutofit/>
          </a:bodyPr>
          <a:lstStyle/>
          <a:p>
            <a:r>
              <a:rPr lang="en-US" sz="6600" dirty="0"/>
              <a:t>AB Experiment – Project 2</a:t>
            </a:r>
            <a:endParaRPr lang="en-GB" sz="6600" dirty="0"/>
          </a:p>
        </p:txBody>
      </p:sp>
      <p:sp>
        <p:nvSpPr>
          <p:cNvPr id="3" name="Subtitle 2">
            <a:extLst>
              <a:ext uri="{FF2B5EF4-FFF2-40B4-BE49-F238E27FC236}">
                <a16:creationId xmlns:a16="http://schemas.microsoft.com/office/drawing/2014/main" id="{B825DD3C-940C-0909-74F6-D7B48F18E82B}"/>
              </a:ext>
            </a:extLst>
          </p:cNvPr>
          <p:cNvSpPr>
            <a:spLocks noGrp="1"/>
          </p:cNvSpPr>
          <p:nvPr>
            <p:ph type="subTitle" idx="1"/>
          </p:nvPr>
        </p:nvSpPr>
        <p:spPr>
          <a:xfrm>
            <a:off x="1524000" y="3765324"/>
            <a:ext cx="9144000" cy="1655762"/>
          </a:xfrm>
        </p:spPr>
        <p:txBody>
          <a:bodyPr>
            <a:normAutofit/>
          </a:bodyPr>
          <a:lstStyle/>
          <a:p>
            <a:r>
              <a:rPr lang="en-US" sz="3600" dirty="0">
                <a:latin typeface="Times New Roman" panose="02020603050405020304" pitchFamily="18" charset="0"/>
                <a:cs typeface="Times New Roman" panose="02020603050405020304" pitchFamily="18" charset="0"/>
              </a:rPr>
              <a:t>Times New </a:t>
            </a:r>
            <a:r>
              <a:rPr lang="en-US" sz="3600">
                <a:latin typeface="Times New Roman" panose="02020603050405020304" pitchFamily="18" charset="0"/>
                <a:cs typeface="Times New Roman" panose="02020603050405020304" pitchFamily="18" charset="0"/>
              </a:rPr>
              <a:t>Roman </a:t>
            </a:r>
            <a:r>
              <a:rPr lang="en-US" sz="3600"/>
              <a:t>font</a:t>
            </a:r>
            <a:endParaRPr lang="en-GB" sz="3600" dirty="0"/>
          </a:p>
        </p:txBody>
      </p:sp>
    </p:spTree>
    <p:extLst>
      <p:ext uri="{BB962C8B-B14F-4D97-AF65-F5344CB8AC3E}">
        <p14:creationId xmlns:p14="http://schemas.microsoft.com/office/powerpoint/2010/main" val="4176910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AAEF-BA65-06E1-1DC3-64ECA2DB1578}"/>
              </a:ext>
            </a:extLst>
          </p:cNvPr>
          <p:cNvSpPr>
            <a:spLocks noGrp="1"/>
          </p:cNvSpPr>
          <p:nvPr>
            <p:ph type="title"/>
          </p:nvPr>
        </p:nvSpPr>
        <p:spPr/>
        <p:txBody>
          <a:bodyPr/>
          <a:lstStyle/>
          <a:p>
            <a:r>
              <a:rPr lang="en-US" dirty="0"/>
              <a:t>Instructions</a:t>
            </a:r>
            <a:endParaRPr lang="en-GB" dirty="0"/>
          </a:p>
        </p:txBody>
      </p:sp>
      <p:sp>
        <p:nvSpPr>
          <p:cNvPr id="3" name="Content Placeholder 2">
            <a:extLst>
              <a:ext uri="{FF2B5EF4-FFF2-40B4-BE49-F238E27FC236}">
                <a16:creationId xmlns:a16="http://schemas.microsoft.com/office/drawing/2014/main" id="{575EA9E2-0315-DA79-6C6D-203CC60129BB}"/>
              </a:ext>
            </a:extLst>
          </p:cNvPr>
          <p:cNvSpPr>
            <a:spLocks noGrp="1"/>
          </p:cNvSpPr>
          <p:nvPr>
            <p:ph idx="1"/>
          </p:nvPr>
        </p:nvSpPr>
        <p:spPr/>
        <p:txBody>
          <a:bodyPr/>
          <a:lstStyle/>
          <a:p>
            <a:pPr marL="0" indent="0">
              <a:buNone/>
            </a:pPr>
            <a:r>
              <a:rPr lang="en-US" dirty="0"/>
              <a:t>You have 30 seconds to read the following text.</a:t>
            </a:r>
          </a:p>
          <a:p>
            <a:pPr marL="0" indent="0">
              <a:buNone/>
            </a:pPr>
            <a:endParaRPr lang="en-US" dirty="0"/>
          </a:p>
          <a:p>
            <a:pPr marL="0" indent="0">
              <a:buNone/>
            </a:pPr>
            <a:r>
              <a:rPr lang="en-US" dirty="0"/>
              <a:t>After that the text would disappear and you would be given a list of words.</a:t>
            </a:r>
          </a:p>
          <a:p>
            <a:pPr marL="0" indent="0">
              <a:buNone/>
            </a:pPr>
            <a:endParaRPr lang="en-US" dirty="0"/>
          </a:p>
          <a:p>
            <a:pPr marL="0" indent="0">
              <a:buNone/>
            </a:pPr>
            <a:r>
              <a:rPr lang="en-US" dirty="0"/>
              <a:t>The task is to tell which words appeared in the given text.</a:t>
            </a:r>
            <a:endParaRPr lang="en-GB" dirty="0"/>
          </a:p>
        </p:txBody>
      </p:sp>
    </p:spTree>
    <p:extLst>
      <p:ext uri="{BB962C8B-B14F-4D97-AF65-F5344CB8AC3E}">
        <p14:creationId xmlns:p14="http://schemas.microsoft.com/office/powerpoint/2010/main" val="1114386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44ED8-32FA-46C4-7A47-7336BC399A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5B575B-F93D-A627-FBB2-49A2CE396AF1}"/>
              </a:ext>
            </a:extLst>
          </p:cNvPr>
          <p:cNvSpPr>
            <a:spLocks noGrp="1"/>
          </p:cNvSpPr>
          <p:nvPr>
            <p:ph idx="1"/>
          </p:nvPr>
        </p:nvSpPr>
        <p:spPr>
          <a:xfrm>
            <a:off x="1821711" y="1073889"/>
            <a:ext cx="8548578" cy="3317266"/>
          </a:xfrm>
        </p:spPr>
        <p:txBody>
          <a:bodyPr>
            <a:noAutofit/>
          </a:bodyPr>
          <a:lstStyle/>
          <a:p>
            <a:pPr marL="0" indent="0" algn="just">
              <a:lnSpc>
                <a:spcPct val="120000"/>
              </a:lnSpc>
              <a:buNone/>
            </a:pPr>
            <a:r>
              <a:rPr lang="en-US" sz="2400" dirty="0">
                <a:latin typeface="Aptos (Body)"/>
                <a:cs typeface="Times New Roman" panose="02020603050405020304" pitchFamily="18" charset="0"/>
              </a:rPr>
              <a:t>Prior to the introduction of adhesive stamps, sending a letter was an expensive luxury, usually paid for by the recipient upon delivery. Each local post office calculated fees based on the distance traveled and the number of sheets used; a single missive sent from Edinburgh to London could cost a worker's daily wage. However, as commerce expanded during the Victorian era, this confusing system caused widespread delivery delays and massive revenue losses for the government. To remedy this, Britain launched the "Penny Black" in 1840, requiring senders to purchase a standardized stamp for uniform nationwide postage.</a:t>
            </a:r>
            <a:endParaRPr lang="en-GB" sz="2400" dirty="0">
              <a:latin typeface="Aptos (Body)"/>
              <a:cs typeface="Times New Roman" panose="02020603050405020304" pitchFamily="18" charset="0"/>
            </a:endParaRPr>
          </a:p>
        </p:txBody>
      </p:sp>
    </p:spTree>
    <p:extLst>
      <p:ext uri="{BB962C8B-B14F-4D97-AF65-F5344CB8AC3E}">
        <p14:creationId xmlns:p14="http://schemas.microsoft.com/office/powerpoint/2010/main" val="750784875"/>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06907-E90E-27D8-6F2D-9575B6CA7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8AC3B-4F3A-FA44-5E14-C9E9F6F8B24D}"/>
              </a:ext>
            </a:extLst>
          </p:cNvPr>
          <p:cNvSpPr>
            <a:spLocks noGrp="1"/>
          </p:cNvSpPr>
          <p:nvPr>
            <p:ph type="title"/>
          </p:nvPr>
        </p:nvSpPr>
        <p:spPr/>
        <p:txBody>
          <a:bodyPr/>
          <a:lstStyle/>
          <a:p>
            <a:r>
              <a:rPr lang="en-US" dirty="0"/>
              <a:t>Did these words appear in the text?</a:t>
            </a:r>
            <a:endParaRPr lang="en-GB" dirty="0"/>
          </a:p>
        </p:txBody>
      </p:sp>
      <p:sp>
        <p:nvSpPr>
          <p:cNvPr id="3" name="Content Placeholder 2">
            <a:extLst>
              <a:ext uri="{FF2B5EF4-FFF2-40B4-BE49-F238E27FC236}">
                <a16:creationId xmlns:a16="http://schemas.microsoft.com/office/drawing/2014/main" id="{8935F274-60F9-330B-459C-69BE8E5AC0E7}"/>
              </a:ext>
            </a:extLst>
          </p:cNvPr>
          <p:cNvSpPr>
            <a:spLocks noGrp="1"/>
          </p:cNvSpPr>
          <p:nvPr>
            <p:ph idx="1"/>
          </p:nvPr>
        </p:nvSpPr>
        <p:spPr/>
        <p:txBody>
          <a:bodyPr/>
          <a:lstStyle/>
          <a:p>
            <a:r>
              <a:rPr lang="en-GB" dirty="0"/>
              <a:t>adhesive</a:t>
            </a:r>
          </a:p>
          <a:p>
            <a:r>
              <a:rPr lang="en-GB" dirty="0"/>
              <a:t>envelope</a:t>
            </a:r>
          </a:p>
          <a:p>
            <a:r>
              <a:rPr lang="en-GB" dirty="0"/>
              <a:t>parcel</a:t>
            </a:r>
          </a:p>
          <a:p>
            <a:r>
              <a:rPr lang="en-GB" dirty="0"/>
              <a:t>luxury</a:t>
            </a:r>
          </a:p>
          <a:p>
            <a:r>
              <a:rPr lang="en-GB" dirty="0"/>
              <a:t>wage</a:t>
            </a:r>
          </a:p>
          <a:p>
            <a:r>
              <a:rPr lang="en-GB" dirty="0"/>
              <a:t>postman</a:t>
            </a:r>
          </a:p>
          <a:p>
            <a:r>
              <a:rPr lang="en-GB" dirty="0"/>
              <a:t>uniform</a:t>
            </a:r>
          </a:p>
          <a:p>
            <a:r>
              <a:rPr lang="en-GB" dirty="0"/>
              <a:t>mail</a:t>
            </a:r>
          </a:p>
        </p:txBody>
      </p:sp>
    </p:spTree>
    <p:extLst>
      <p:ext uri="{BB962C8B-B14F-4D97-AF65-F5344CB8AC3E}">
        <p14:creationId xmlns:p14="http://schemas.microsoft.com/office/powerpoint/2010/main" val="1097214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174</Words>
  <Application>Microsoft Office PowerPoint</Application>
  <PresentationFormat>Widescreen</PresentationFormat>
  <Paragraphs>18</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(Body)</vt:lpstr>
      <vt:lpstr>Aptos Display</vt:lpstr>
      <vt:lpstr>Arial</vt:lpstr>
      <vt:lpstr>Times New Roman</vt:lpstr>
      <vt:lpstr>Office Theme</vt:lpstr>
      <vt:lpstr>AB Experiment – Project 2</vt:lpstr>
      <vt:lpstr>Instructions</vt:lpstr>
      <vt:lpstr>PowerPoint Presentation</vt:lpstr>
      <vt:lpstr>Did these words appear in the text?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GLUCK</dc:creator>
  <cp:lastModifiedBy>ROBERT GLUCK</cp:lastModifiedBy>
  <cp:revision>3</cp:revision>
  <dcterms:created xsi:type="dcterms:W3CDTF">2026-04-14T14:47:00Z</dcterms:created>
  <dcterms:modified xsi:type="dcterms:W3CDTF">2026-05-05T17:12:11Z</dcterms:modified>
</cp:coreProperties>
</file>